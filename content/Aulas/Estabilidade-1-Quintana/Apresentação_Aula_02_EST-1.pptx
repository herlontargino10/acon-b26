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2" r:id="rId2"/>
  </p:sldMasterIdLst>
  <p:notesMasterIdLst>
    <p:notesMasterId r:id="rId11"/>
  </p:notesMasterIdLst>
  <p:handoutMasterIdLst>
    <p:handoutMasterId r:id="rId12"/>
  </p:handoutMasterIdLst>
  <p:sldIdLst>
    <p:sldId id="409" r:id="rId3"/>
    <p:sldId id="429" r:id="rId4"/>
    <p:sldId id="411" r:id="rId5"/>
    <p:sldId id="430" r:id="rId6"/>
    <p:sldId id="423" r:id="rId7"/>
    <p:sldId id="424" r:id="rId8"/>
    <p:sldId id="331" r:id="rId9"/>
    <p:sldId id="313" r:id="rId10"/>
  </p:sldIdLst>
  <p:sldSz cx="9144000" cy="6858000" type="screen4x3"/>
  <p:notesSz cx="6854825" cy="9713913"/>
  <p:defaultTextStyle>
    <a:defPPr>
      <a:defRPr lang="pt-BR"/>
    </a:defPPr>
    <a:lvl1pPr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28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6pPr>
    <a:lvl7pPr marL="2743200" algn="l" defTabSz="914400" rtl="0" eaLnBrk="1" latinLnBrk="0" hangingPunct="1">
      <a:defRPr sz="28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7pPr>
    <a:lvl8pPr marL="3200400" algn="l" defTabSz="914400" rtl="0" eaLnBrk="1" latinLnBrk="0" hangingPunct="1">
      <a:defRPr sz="28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8pPr>
    <a:lvl9pPr marL="3657600" algn="l" defTabSz="914400" rtl="0" eaLnBrk="1" latinLnBrk="0" hangingPunct="1">
      <a:defRPr sz="28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  <a:srgbClr val="5D2503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76" autoAdjust="0"/>
    <p:restoredTop sz="94624" autoAdjust="0"/>
  </p:normalViewPr>
  <p:slideViewPr>
    <p:cSldViewPr>
      <p:cViewPr varScale="1">
        <p:scale>
          <a:sx n="68" d="100"/>
          <a:sy n="68" d="100"/>
        </p:scale>
        <p:origin x="1422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2010" cy="7201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74" name="Rectangle 1026">
            <a:extLst>
              <a:ext uri="{FF2B5EF4-FFF2-40B4-BE49-F238E27FC236}">
                <a16:creationId xmlns:a16="http://schemas.microsoft.com/office/drawing/2014/main" id="{40DAA7D3-9A25-4011-A3FB-F7A8B376E9A5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0213" cy="485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spcBef>
                <a:spcPct val="20000"/>
              </a:spcBef>
              <a:defRPr sz="1200"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56675" name="Rectangle 1027">
            <a:extLst>
              <a:ext uri="{FF2B5EF4-FFF2-40B4-BE49-F238E27FC236}">
                <a16:creationId xmlns:a16="http://schemas.microsoft.com/office/drawing/2014/main" id="{B194210A-BCFF-48DB-B7B5-7955B1B37C87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0212" cy="485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spcBef>
                <a:spcPct val="20000"/>
              </a:spcBef>
              <a:defRPr sz="1200"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56676" name="Rectangle 1028">
            <a:extLst>
              <a:ext uri="{FF2B5EF4-FFF2-40B4-BE49-F238E27FC236}">
                <a16:creationId xmlns:a16="http://schemas.microsoft.com/office/drawing/2014/main" id="{81CFB402-8944-4DD3-A955-030045473C65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28138"/>
            <a:ext cx="2970213" cy="485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spcBef>
                <a:spcPct val="20000"/>
              </a:spcBef>
              <a:defRPr sz="1200"/>
            </a:lvl1pPr>
          </a:lstStyle>
          <a:p>
            <a:pPr>
              <a:defRPr/>
            </a:pPr>
            <a:r>
              <a:rPr lang="pt-BR"/>
              <a:t>EST-1 2006</a:t>
            </a:r>
          </a:p>
        </p:txBody>
      </p:sp>
      <p:sp>
        <p:nvSpPr>
          <p:cNvPr id="156677" name="Rectangle 1029">
            <a:extLst>
              <a:ext uri="{FF2B5EF4-FFF2-40B4-BE49-F238E27FC236}">
                <a16:creationId xmlns:a16="http://schemas.microsoft.com/office/drawing/2014/main" id="{1D1FBA5E-1882-45B5-879D-BD8AE63A2ABF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9228138"/>
            <a:ext cx="2970212" cy="485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spcBef>
                <a:spcPct val="20000"/>
              </a:spcBef>
              <a:defRPr sz="1200"/>
            </a:lvl1pPr>
          </a:lstStyle>
          <a:p>
            <a:pPr>
              <a:defRPr/>
            </a:pPr>
            <a:fld id="{D74D61E0-3223-43B6-8647-545689AFC216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Rectangle 2">
            <a:extLst>
              <a:ext uri="{FF2B5EF4-FFF2-40B4-BE49-F238E27FC236}">
                <a16:creationId xmlns:a16="http://schemas.microsoft.com/office/drawing/2014/main" id="{19F2EFFA-F63B-46C8-8319-C017A1671DE2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0213" cy="485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spcBef>
                <a:spcPct val="20000"/>
              </a:spcBef>
              <a:defRPr sz="1200"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16739" name="Rectangle 3">
            <a:extLst>
              <a:ext uri="{FF2B5EF4-FFF2-40B4-BE49-F238E27FC236}">
                <a16:creationId xmlns:a16="http://schemas.microsoft.com/office/drawing/2014/main" id="{1F138577-973E-4DFD-A107-DA5FDDD90DC8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0212" cy="485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spcBef>
                <a:spcPct val="20000"/>
              </a:spcBef>
              <a:defRPr sz="1200"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F27AFFC7-5679-4888-8894-CBD498FB8D1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98538" y="728663"/>
            <a:ext cx="4857750" cy="364331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6741" name="Rectangle 5">
            <a:extLst>
              <a:ext uri="{FF2B5EF4-FFF2-40B4-BE49-F238E27FC236}">
                <a16:creationId xmlns:a16="http://schemas.microsoft.com/office/drawing/2014/main" id="{AC2CCA51-E917-4AA2-AE99-D063EBFA8CB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614863"/>
            <a:ext cx="5026025" cy="4370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noProof="0"/>
              <a:t>Clique para editar os estilos do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116742" name="Rectangle 6">
            <a:extLst>
              <a:ext uri="{FF2B5EF4-FFF2-40B4-BE49-F238E27FC236}">
                <a16:creationId xmlns:a16="http://schemas.microsoft.com/office/drawing/2014/main" id="{05B86D5E-218C-4A35-8AF9-D7C7C302FF42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28138"/>
            <a:ext cx="2970213" cy="485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spcBef>
                <a:spcPct val="20000"/>
              </a:spcBef>
              <a:defRPr sz="1200"/>
            </a:lvl1pPr>
          </a:lstStyle>
          <a:p>
            <a:pPr>
              <a:defRPr/>
            </a:pPr>
            <a:r>
              <a:rPr lang="pt-BR"/>
              <a:t>EST-1 2006</a:t>
            </a:r>
          </a:p>
        </p:txBody>
      </p:sp>
      <p:sp>
        <p:nvSpPr>
          <p:cNvPr id="116743" name="Rectangle 7">
            <a:extLst>
              <a:ext uri="{FF2B5EF4-FFF2-40B4-BE49-F238E27FC236}">
                <a16:creationId xmlns:a16="http://schemas.microsoft.com/office/drawing/2014/main" id="{702D1DE0-9E88-44C7-8123-259A4828191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9228138"/>
            <a:ext cx="2970212" cy="485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spcBef>
                <a:spcPct val="20000"/>
              </a:spcBef>
              <a:defRPr sz="1200"/>
            </a:lvl1pPr>
          </a:lstStyle>
          <a:p>
            <a:pPr>
              <a:defRPr/>
            </a:pPr>
            <a:fld id="{4EA18F62-C92C-4228-8C18-E743C67E21FC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44615B1-8CBA-4F37-A138-3C3C8595B7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8E9C831-0A01-4B89-B8F1-C33A73DB9FD9}" type="datetime1">
              <a:rPr lang="pt-BR"/>
              <a:pPr>
                <a:defRPr/>
              </a:pPr>
              <a:t>24/11/2025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615F13A-160A-4485-A157-A67233C2F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B974F81-080A-4C73-9B18-D2B551144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79B3877-0CBD-4ECE-94AA-AC7D151B8CF8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977284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E33A5D2-431C-4E24-90AC-FF002BDD7F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43507CA-1DB5-4316-89C9-5FE31780AD6C}" type="datetime1">
              <a:rPr lang="pt-BR"/>
              <a:pPr>
                <a:defRPr/>
              </a:pPr>
              <a:t>24/11/2025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74D3238-35F6-4F54-A89F-0E5C8E92B2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1436206-219C-47AF-9059-331BA5D5A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EB76E6D-72B4-4128-921B-00C0EA3797D0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0798217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BA50F99-01AA-4011-907B-8B718724C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5FC21C-FCC8-4B00-B6ED-72F61BE8C411}" type="datetime1">
              <a:rPr lang="pt-BR"/>
              <a:pPr>
                <a:defRPr/>
              </a:pPr>
              <a:t>24/11/2025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61D78F4-5246-4E3D-8CA1-0C045D19BD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6DD9C3E-925B-4AC0-A700-5436A5C96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6430E5D-72FE-4552-B9BD-08067E1CEA31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5523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76D9F611-AB28-4B0E-8C2E-CB4C67933F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E6D22D-251F-4127-952C-26C2A376EBED}" type="datetime1">
              <a:rPr lang="pt-BR"/>
              <a:pPr>
                <a:defRPr/>
              </a:pPr>
              <a:t>24/11/2025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B627E593-D163-4349-88E3-D6A3965A9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1F82281E-F7D7-4156-B2D4-FD25CD533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A04C883-1E9A-468A-8B08-7F0F9F0F3006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3906484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3">
            <a:extLst>
              <a:ext uri="{FF2B5EF4-FFF2-40B4-BE49-F238E27FC236}">
                <a16:creationId xmlns:a16="http://schemas.microsoft.com/office/drawing/2014/main" id="{4D0B5FA8-EF80-45CB-8282-01D9BBC8C3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A2CFB28-353B-4BE6-881F-374934F3ED2E}" type="datetime1">
              <a:rPr lang="pt-BR"/>
              <a:pPr>
                <a:defRPr/>
              </a:pPr>
              <a:t>24/11/2025</a:t>
            </a:fld>
            <a:endParaRPr lang="pt-BR"/>
          </a:p>
        </p:txBody>
      </p:sp>
      <p:sp>
        <p:nvSpPr>
          <p:cNvPr id="8" name="Espaço Reservado para Rodapé 4">
            <a:extLst>
              <a:ext uri="{FF2B5EF4-FFF2-40B4-BE49-F238E27FC236}">
                <a16:creationId xmlns:a16="http://schemas.microsoft.com/office/drawing/2014/main" id="{070A1959-4FA1-41AB-A0DD-436B33CC9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Espaço Reservado para Número de Slide 5">
            <a:extLst>
              <a:ext uri="{FF2B5EF4-FFF2-40B4-BE49-F238E27FC236}">
                <a16:creationId xmlns:a16="http://schemas.microsoft.com/office/drawing/2014/main" id="{93229D1C-400F-475F-8F4F-BC03FEFC1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D48D00-0750-4385-BD6B-18572F81754E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3770718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3">
            <a:extLst>
              <a:ext uri="{FF2B5EF4-FFF2-40B4-BE49-F238E27FC236}">
                <a16:creationId xmlns:a16="http://schemas.microsoft.com/office/drawing/2014/main" id="{24F127D4-4452-4463-9CFD-B63D4EBD65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D68A305-990B-463C-A8BC-B92317CD8E10}" type="datetime1">
              <a:rPr lang="pt-BR"/>
              <a:pPr>
                <a:defRPr/>
              </a:pPr>
              <a:t>24/11/2025</a:t>
            </a:fld>
            <a:endParaRPr lang="pt-BR"/>
          </a:p>
        </p:txBody>
      </p:sp>
      <p:sp>
        <p:nvSpPr>
          <p:cNvPr id="4" name="Espaço Reservado para Rodapé 4">
            <a:extLst>
              <a:ext uri="{FF2B5EF4-FFF2-40B4-BE49-F238E27FC236}">
                <a16:creationId xmlns:a16="http://schemas.microsoft.com/office/drawing/2014/main" id="{2DDDC5F3-097C-49F7-9756-9B9C481F0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Espaço Reservado para Número de Slide 5">
            <a:extLst>
              <a:ext uri="{FF2B5EF4-FFF2-40B4-BE49-F238E27FC236}">
                <a16:creationId xmlns:a16="http://schemas.microsoft.com/office/drawing/2014/main" id="{B2AD33C0-B373-41E2-AFC5-3EB65EC30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35139C0-CACD-4D89-811E-90E235E05FA4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6814591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3">
            <a:extLst>
              <a:ext uri="{FF2B5EF4-FFF2-40B4-BE49-F238E27FC236}">
                <a16:creationId xmlns:a16="http://schemas.microsoft.com/office/drawing/2014/main" id="{240AB041-7E27-4E99-897E-0A95A61EB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BA8C36-1C0C-4AF4-B1CC-D3891A1D2D7D}" type="datetime1">
              <a:rPr lang="pt-BR"/>
              <a:pPr>
                <a:defRPr/>
              </a:pPr>
              <a:t>24/11/2025</a:t>
            </a:fld>
            <a:endParaRPr lang="pt-BR"/>
          </a:p>
        </p:txBody>
      </p:sp>
      <p:sp>
        <p:nvSpPr>
          <p:cNvPr id="3" name="Espaço Reservado para Rodapé 4">
            <a:extLst>
              <a:ext uri="{FF2B5EF4-FFF2-40B4-BE49-F238E27FC236}">
                <a16:creationId xmlns:a16="http://schemas.microsoft.com/office/drawing/2014/main" id="{B02B4EF5-E635-458D-A5B8-C4E862F58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Espaço Reservado para Número de Slide 5">
            <a:extLst>
              <a:ext uri="{FF2B5EF4-FFF2-40B4-BE49-F238E27FC236}">
                <a16:creationId xmlns:a16="http://schemas.microsoft.com/office/drawing/2014/main" id="{6BF6CEB3-35B2-4556-8AD9-9CC40B5E41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A852214-96E0-41AB-8B19-E160A2393924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0983731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8268028D-8A1A-4C96-8F81-F24F34DEC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2390A18-F7C5-494F-AD34-1345161A0535}" type="datetime1">
              <a:rPr lang="pt-BR"/>
              <a:pPr>
                <a:defRPr/>
              </a:pPr>
              <a:t>24/11/2025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8921ABEF-471C-4009-8670-541CF7136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8581F98A-5428-408A-BA45-CAC5B4A52C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D33FA89-4D2F-429C-B94F-59C2CFDA8099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8517594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3F1EE794-8AA0-4313-9DBB-B000348E8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F5E53B4-5EA9-4BE7-B075-4578D4BD99C7}" type="datetime1">
              <a:rPr lang="pt-BR"/>
              <a:pPr>
                <a:defRPr/>
              </a:pPr>
              <a:t>24/11/2025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C1079B55-F52E-46F9-A5CD-B1FE5EB58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26FC23F5-49A5-4592-96C0-6DB16623A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814B20-5114-444C-884C-C25D49560F6E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2055424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E634DC4-F61C-4152-93C4-6E3A8504D7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9CA0B4F-7413-49EC-A66C-57DFC2C91ECE}" type="datetime1">
              <a:rPr lang="pt-BR"/>
              <a:pPr>
                <a:defRPr/>
              </a:pPr>
              <a:t>24/11/2025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C19DAA2-4224-4F00-BDCB-2E9C85B86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7044883-79B3-465C-B348-2CE1E61B7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CBF6EBA-B7D1-4FBA-84C0-F258C04E195E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778897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5E0370E-6359-4BCD-904B-A316D8655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C1A9941-458E-4284-8538-A3FEC1929BC4}" type="datetime1">
              <a:rPr lang="pt-BR"/>
              <a:pPr>
                <a:defRPr/>
              </a:pPr>
              <a:t>24/11/2025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94123-62B8-4E3E-B599-CC9DA4AA2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FEECDA5-892C-48CD-BB9E-A80263201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1A56CB2-6799-4975-9F22-20FE76E1A479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6948847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44615B1-8CBA-4F37-A138-3C3C8595B7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8E9C831-0A01-4B89-B8F1-C33A73DB9FD9}" type="datetime1">
              <a:rPr lang="pt-BR"/>
              <a:pPr>
                <a:defRPr/>
              </a:pPr>
              <a:t>24/11/2025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615F13A-160A-4485-A157-A67233C2F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B974F81-080A-4C73-9B18-D2B551144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79B3877-0CBD-4ECE-94AA-AC7D151B8CF8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41868736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E33A5D2-431C-4E24-90AC-FF002BDD7F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43507CA-1DB5-4316-89C9-5FE31780AD6C}" type="datetime1">
              <a:rPr lang="pt-BR"/>
              <a:pPr>
                <a:defRPr/>
              </a:pPr>
              <a:t>24/11/2025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74D3238-35F6-4F54-A89F-0E5C8E92B2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1436206-219C-47AF-9059-331BA5D5A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EB76E6D-72B4-4128-921B-00C0EA3797D0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9657202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BA50F99-01AA-4011-907B-8B718724C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5FC21C-FCC8-4B00-B6ED-72F61BE8C411}" type="datetime1">
              <a:rPr lang="pt-BR"/>
              <a:pPr>
                <a:defRPr/>
              </a:pPr>
              <a:t>24/11/2025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61D78F4-5246-4E3D-8CA1-0C045D19BD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6DD9C3E-925B-4AC0-A700-5436A5C96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6430E5D-72FE-4552-B9BD-08067E1CEA31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1675294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76D9F611-AB28-4B0E-8C2E-CB4C67933F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E6D22D-251F-4127-952C-26C2A376EBED}" type="datetime1">
              <a:rPr lang="pt-BR"/>
              <a:pPr>
                <a:defRPr/>
              </a:pPr>
              <a:t>24/11/2025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B627E593-D163-4349-88E3-D6A3965A9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1F82281E-F7D7-4156-B2D4-FD25CD533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A04C883-1E9A-468A-8B08-7F0F9F0F3006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591516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3">
            <a:extLst>
              <a:ext uri="{FF2B5EF4-FFF2-40B4-BE49-F238E27FC236}">
                <a16:creationId xmlns:a16="http://schemas.microsoft.com/office/drawing/2014/main" id="{4D0B5FA8-EF80-45CB-8282-01D9BBC8C3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A2CFB28-353B-4BE6-881F-374934F3ED2E}" type="datetime1">
              <a:rPr lang="pt-BR"/>
              <a:pPr>
                <a:defRPr/>
              </a:pPr>
              <a:t>24/11/2025</a:t>
            </a:fld>
            <a:endParaRPr lang="pt-BR"/>
          </a:p>
        </p:txBody>
      </p:sp>
      <p:sp>
        <p:nvSpPr>
          <p:cNvPr id="8" name="Espaço Reservado para Rodapé 4">
            <a:extLst>
              <a:ext uri="{FF2B5EF4-FFF2-40B4-BE49-F238E27FC236}">
                <a16:creationId xmlns:a16="http://schemas.microsoft.com/office/drawing/2014/main" id="{070A1959-4FA1-41AB-A0DD-436B33CC9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Espaço Reservado para Número de Slide 5">
            <a:extLst>
              <a:ext uri="{FF2B5EF4-FFF2-40B4-BE49-F238E27FC236}">
                <a16:creationId xmlns:a16="http://schemas.microsoft.com/office/drawing/2014/main" id="{93229D1C-400F-475F-8F4F-BC03FEFC1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D48D00-0750-4385-BD6B-18572F81754E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354486778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3">
            <a:extLst>
              <a:ext uri="{FF2B5EF4-FFF2-40B4-BE49-F238E27FC236}">
                <a16:creationId xmlns:a16="http://schemas.microsoft.com/office/drawing/2014/main" id="{24F127D4-4452-4463-9CFD-B63D4EBD65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D68A305-990B-463C-A8BC-B92317CD8E10}" type="datetime1">
              <a:rPr lang="pt-BR"/>
              <a:pPr>
                <a:defRPr/>
              </a:pPr>
              <a:t>24/11/2025</a:t>
            </a:fld>
            <a:endParaRPr lang="pt-BR"/>
          </a:p>
        </p:txBody>
      </p:sp>
      <p:sp>
        <p:nvSpPr>
          <p:cNvPr id="4" name="Espaço Reservado para Rodapé 4">
            <a:extLst>
              <a:ext uri="{FF2B5EF4-FFF2-40B4-BE49-F238E27FC236}">
                <a16:creationId xmlns:a16="http://schemas.microsoft.com/office/drawing/2014/main" id="{2DDDC5F3-097C-49F7-9756-9B9C481F0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Espaço Reservado para Número de Slide 5">
            <a:extLst>
              <a:ext uri="{FF2B5EF4-FFF2-40B4-BE49-F238E27FC236}">
                <a16:creationId xmlns:a16="http://schemas.microsoft.com/office/drawing/2014/main" id="{B2AD33C0-B373-41E2-AFC5-3EB65EC30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35139C0-CACD-4D89-811E-90E235E05FA4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10847798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3">
            <a:extLst>
              <a:ext uri="{FF2B5EF4-FFF2-40B4-BE49-F238E27FC236}">
                <a16:creationId xmlns:a16="http://schemas.microsoft.com/office/drawing/2014/main" id="{240AB041-7E27-4E99-897E-0A95A61EB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BA8C36-1C0C-4AF4-B1CC-D3891A1D2D7D}" type="datetime1">
              <a:rPr lang="pt-BR"/>
              <a:pPr>
                <a:defRPr/>
              </a:pPr>
              <a:t>24/11/2025</a:t>
            </a:fld>
            <a:endParaRPr lang="pt-BR"/>
          </a:p>
        </p:txBody>
      </p:sp>
      <p:sp>
        <p:nvSpPr>
          <p:cNvPr id="3" name="Espaço Reservado para Rodapé 4">
            <a:extLst>
              <a:ext uri="{FF2B5EF4-FFF2-40B4-BE49-F238E27FC236}">
                <a16:creationId xmlns:a16="http://schemas.microsoft.com/office/drawing/2014/main" id="{B02B4EF5-E635-458D-A5B8-C4E862F58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Espaço Reservado para Número de Slide 5">
            <a:extLst>
              <a:ext uri="{FF2B5EF4-FFF2-40B4-BE49-F238E27FC236}">
                <a16:creationId xmlns:a16="http://schemas.microsoft.com/office/drawing/2014/main" id="{6BF6CEB3-35B2-4556-8AD9-9CC40B5E41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A852214-96E0-41AB-8B19-E160A2393924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31596926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8268028D-8A1A-4C96-8F81-F24F34DEC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2390A18-F7C5-494F-AD34-1345161A0535}" type="datetime1">
              <a:rPr lang="pt-BR"/>
              <a:pPr>
                <a:defRPr/>
              </a:pPr>
              <a:t>24/11/2025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8921ABEF-471C-4009-8670-541CF7136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8581F98A-5428-408A-BA45-CAC5B4A52C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D33FA89-4D2F-429C-B94F-59C2CFDA8099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8750016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3F1EE794-8AA0-4313-9DBB-B000348E8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F5E53B4-5EA9-4BE7-B075-4578D4BD99C7}" type="datetime1">
              <a:rPr lang="pt-BR"/>
              <a:pPr>
                <a:defRPr/>
              </a:pPr>
              <a:t>24/11/2025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C1079B55-F52E-46F9-A5CD-B1FE5EB58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26FC23F5-49A5-4592-96C0-6DB16623A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814B20-5114-444C-884C-C25D49560F6E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92569858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E634DC4-F61C-4152-93C4-6E3A8504D7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9CA0B4F-7413-49EC-A66C-57DFC2C91ECE}" type="datetime1">
              <a:rPr lang="pt-BR"/>
              <a:pPr>
                <a:defRPr/>
              </a:pPr>
              <a:t>24/11/2025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C19DAA2-4224-4F00-BDCB-2E9C85B86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7044883-79B3-465C-B348-2CE1E61B7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CBF6EBA-B7D1-4FBA-84C0-F258C04E195E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37867880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5E0370E-6359-4BCD-904B-A316D8655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C1A9941-458E-4284-8538-A3FEC1929BC4}" type="datetime1">
              <a:rPr lang="pt-BR"/>
              <a:pPr>
                <a:defRPr/>
              </a:pPr>
              <a:t>24/11/2025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94123-62B8-4E3E-B599-CC9DA4AA2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FEECDA5-892C-48CD-BB9E-A80263201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1A56CB2-6799-4975-9F22-20FE76E1A479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1140320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0C0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ço Reservado para Título 1">
            <a:extLst>
              <a:ext uri="{FF2B5EF4-FFF2-40B4-BE49-F238E27FC236}">
                <a16:creationId xmlns:a16="http://schemas.microsoft.com/office/drawing/2014/main" id="{32AB3751-ABE6-431F-95E7-930FE8AD1CDA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 título mestre</a:t>
            </a:r>
          </a:p>
        </p:txBody>
      </p:sp>
      <p:sp>
        <p:nvSpPr>
          <p:cNvPr id="1027" name="Espaço Reservado para Texto 2">
            <a:extLst>
              <a:ext uri="{FF2B5EF4-FFF2-40B4-BE49-F238E27FC236}">
                <a16:creationId xmlns:a16="http://schemas.microsoft.com/office/drawing/2014/main" id="{AB53C7E0-C2D6-4454-A7C5-7B9946FFE394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 texto mestre</a:t>
            </a:r>
          </a:p>
          <a:p>
            <a:pPr lvl="1"/>
            <a:r>
              <a:rPr lang="pt-BR" altLang="pt-BR"/>
              <a:t>Segundo nível</a:t>
            </a:r>
          </a:p>
          <a:p>
            <a:pPr lvl="2"/>
            <a:r>
              <a:rPr lang="pt-BR" altLang="pt-BR"/>
              <a:t>Terceiro nível</a:t>
            </a:r>
          </a:p>
          <a:p>
            <a:pPr lvl="3"/>
            <a:r>
              <a:rPr lang="pt-BR" altLang="pt-BR"/>
              <a:t>Quarto nível</a:t>
            </a:r>
          </a:p>
          <a:p>
            <a:pPr lvl="4"/>
            <a:r>
              <a:rPr lang="pt-BR" alt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E457915-BDCA-4B90-842E-615DABF77F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7D0DDB54-70FB-4AFF-B9BA-61F1B9CD90B1}" type="datetime1">
              <a:rPr lang="pt-BR"/>
              <a:pPr>
                <a:defRPr/>
              </a:pPr>
              <a:t>24/11/2025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78A0F79-F8BA-4F76-96F3-1E914492F3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1A71F2D-B2FA-44E5-AFFB-8FD7542A34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7A931506-EA55-4753-8223-88F8AB9F03CA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4658577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9AB5E4"/>
            </a:gs>
            <a:gs pos="50000">
              <a:srgbClr val="C2D1ED"/>
            </a:gs>
            <a:gs pos="100000">
              <a:srgbClr val="E1E8F5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ço Reservado para Título 1">
            <a:extLst>
              <a:ext uri="{FF2B5EF4-FFF2-40B4-BE49-F238E27FC236}">
                <a16:creationId xmlns:a16="http://schemas.microsoft.com/office/drawing/2014/main" id="{32AB3751-ABE6-431F-95E7-930FE8AD1CDA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 título mestre</a:t>
            </a:r>
          </a:p>
        </p:txBody>
      </p:sp>
      <p:sp>
        <p:nvSpPr>
          <p:cNvPr id="1027" name="Espaço Reservado para Texto 2">
            <a:extLst>
              <a:ext uri="{FF2B5EF4-FFF2-40B4-BE49-F238E27FC236}">
                <a16:creationId xmlns:a16="http://schemas.microsoft.com/office/drawing/2014/main" id="{AB53C7E0-C2D6-4454-A7C5-7B9946FFE394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 texto mestre</a:t>
            </a:r>
          </a:p>
          <a:p>
            <a:pPr lvl="1"/>
            <a:r>
              <a:rPr lang="pt-BR" altLang="pt-BR"/>
              <a:t>Segundo nível</a:t>
            </a:r>
          </a:p>
          <a:p>
            <a:pPr lvl="2"/>
            <a:r>
              <a:rPr lang="pt-BR" altLang="pt-BR"/>
              <a:t>Terceiro nível</a:t>
            </a:r>
          </a:p>
          <a:p>
            <a:pPr lvl="3"/>
            <a:r>
              <a:rPr lang="pt-BR" altLang="pt-BR"/>
              <a:t>Quarto nível</a:t>
            </a:r>
          </a:p>
          <a:p>
            <a:pPr lvl="4"/>
            <a:r>
              <a:rPr lang="pt-BR" alt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E457915-BDCA-4B90-842E-615DABF77F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7D0DDB54-70FB-4AFF-B9BA-61F1B9CD90B1}" type="datetime1">
              <a:rPr lang="pt-BR"/>
              <a:pPr>
                <a:defRPr/>
              </a:pPr>
              <a:t>24/11/2025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78A0F79-F8BA-4F76-96F3-1E914492F3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1A71F2D-B2FA-44E5-AFFB-8FD7542A34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7A931506-EA55-4753-8223-88F8AB9F03CA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018206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Espaço Reservado para Texto 2">
            <a:extLst>
              <a:ext uri="{FF2B5EF4-FFF2-40B4-BE49-F238E27FC236}">
                <a16:creationId xmlns:a16="http://schemas.microsoft.com/office/drawing/2014/main" id="{8BB7C8C0-A58D-4C41-B02C-F21B3E565912}"/>
              </a:ext>
            </a:extLst>
          </p:cNvPr>
          <p:cNvSpPr txBox="1">
            <a:spLocks/>
          </p:cNvSpPr>
          <p:nvPr/>
        </p:nvSpPr>
        <p:spPr bwMode="auto">
          <a:xfrm>
            <a:off x="125700" y="188640"/>
            <a:ext cx="8892600" cy="58772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45720" rIns="45720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BD0D9"/>
              </a:buClr>
              <a:buSzPct val="95000"/>
              <a:buFont typeface="Wingdings 2" panose="05020102010507070707" pitchFamily="82" charset="2"/>
              <a:buNone/>
              <a:tabLst/>
              <a:defRPr/>
            </a:pPr>
            <a:r>
              <a:rPr kumimoji="0" lang="pt-BR" altLang="pt-BR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Aula: 02 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BD0D9"/>
              </a:buClr>
              <a:buSzPct val="95000"/>
              <a:buFont typeface="Wingdings 2" panose="05020102010507070707" pitchFamily="82" charset="2"/>
              <a:buNone/>
              <a:tabLst/>
              <a:defRPr/>
            </a:pPr>
            <a:r>
              <a:rPr kumimoji="0" lang="pt-BR" altLang="pt-BR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Curso: </a:t>
            </a:r>
            <a:r>
              <a:rPr lang="pt-BR" altLang="pt-BR" sz="2800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EST-1</a:t>
            </a:r>
            <a:endParaRPr kumimoji="0" lang="pt-BR" altLang="pt-BR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BD0D9"/>
              </a:buClr>
              <a:buSzPct val="95000"/>
              <a:buFont typeface="Wingdings 2" panose="05020102010507070707" pitchFamily="82" charset="2"/>
              <a:buNone/>
              <a:tabLst/>
              <a:defRPr/>
            </a:pPr>
            <a:r>
              <a:rPr kumimoji="0" lang="pt-BR" altLang="pt-BR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Tópico:   1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BD0D9"/>
              </a:buClr>
              <a:buSzPct val="95000"/>
              <a:buFont typeface="Wingdings 2" panose="05020102010507070707" pitchFamily="82" charset="2"/>
              <a:buNone/>
              <a:tabLst/>
              <a:defRPr/>
            </a:pPr>
            <a:r>
              <a:rPr kumimoji="0" lang="pt-BR" altLang="pt-BR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Prof. QUINTANA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BD0D9"/>
              </a:buClr>
              <a:buSzPct val="95000"/>
              <a:buFont typeface="Wingdings 2" panose="05020102010507070707" pitchFamily="82" charset="2"/>
              <a:buNone/>
              <a:tabLst/>
              <a:defRPr/>
            </a:pPr>
            <a:endParaRPr kumimoji="0" lang="pt-BR" altLang="pt-BR" sz="1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BD0D9"/>
              </a:buClr>
              <a:buSzPct val="95000"/>
              <a:buFont typeface="Wingdings 2" panose="05020102010507070707" pitchFamily="82" charset="2"/>
              <a:buNone/>
              <a:tabLst/>
              <a:defRPr/>
            </a:pPr>
            <a:r>
              <a:rPr kumimoji="0" lang="pt-BR" altLang="pt-BR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Objetivo da Aula: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BD0D9"/>
              </a:buClr>
              <a:buSzPct val="95000"/>
              <a:buFont typeface="Wingdings 2" panose="05020102010507070707" pitchFamily="82" charset="2"/>
              <a:buNone/>
              <a:tabLst/>
              <a:defRPr/>
            </a:pPr>
            <a:endParaRPr kumimoji="0" lang="pt-BR" altLang="pt-BR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BD0D9"/>
              </a:buClr>
              <a:buSzPct val="95000"/>
              <a:buFont typeface="Wingdings 2" panose="05020102010507070707" pitchFamily="82" charset="2"/>
              <a:buNone/>
              <a:tabLst/>
              <a:defRPr/>
            </a:pPr>
            <a:endParaRPr kumimoji="0" lang="pt-BR" altLang="pt-BR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457200" marR="0" lvl="0" indent="-457200" algn="just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Pct val="95000"/>
              <a:buFont typeface="Wingdings" panose="05000000000000000000" pitchFamily="2" charset="2"/>
              <a:buChar char="Ø"/>
              <a:tabLst/>
              <a:defRPr/>
            </a:pPr>
            <a:r>
              <a:rPr kumimoji="0" lang="pt-BR" altLang="pt-BR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Apresentação do professor e os critérios de avaliação.</a:t>
            </a:r>
          </a:p>
          <a:p>
            <a:pPr marL="457200" marR="0" lvl="0" indent="-457200" algn="just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Pct val="95000"/>
              <a:buFont typeface="Wingdings" panose="05000000000000000000" pitchFamily="2" charset="2"/>
              <a:buChar char="Ø"/>
              <a:tabLst/>
              <a:defRPr/>
            </a:pPr>
            <a:endParaRPr kumimoji="0" lang="pt-BR" altLang="pt-BR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457200" marR="0" lvl="0" indent="-457200" algn="just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Pct val="95000"/>
              <a:buFont typeface="Wingdings" panose="05000000000000000000" pitchFamily="2" charset="2"/>
              <a:buChar char="Ø"/>
              <a:tabLst/>
              <a:defRPr/>
            </a:pPr>
            <a:r>
              <a:rPr kumimoji="0" lang="pt-BR" altLang="pt-BR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Apresentar a disciplina sua importância e os conceitos fundamentais.</a:t>
            </a:r>
          </a:p>
          <a:p>
            <a:pPr marL="457200" marR="0" lvl="0" indent="-457200" algn="just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Pct val="95000"/>
              <a:buFont typeface="Wingdings" panose="05000000000000000000" pitchFamily="2" charset="2"/>
              <a:buChar char="Ø"/>
              <a:tabLst/>
              <a:defRPr/>
            </a:pPr>
            <a:endParaRPr kumimoji="0" lang="pt-BR" altLang="pt-BR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R="0" lvl="0" algn="just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Pct val="95000"/>
              <a:buNone/>
              <a:tabLst/>
              <a:defRPr/>
            </a:pPr>
            <a:endParaRPr kumimoji="0" lang="pt-BR" altLang="pt-BR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BD0D9"/>
              </a:buClr>
              <a:buSzPct val="95000"/>
              <a:buFont typeface="Wingdings 2" panose="05020102010507070707" pitchFamily="82" charset="2"/>
              <a:buNone/>
              <a:tabLst/>
              <a:defRPr/>
            </a:pPr>
            <a:endParaRPr kumimoji="0" lang="pt-BR" altLang="pt-BR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457200" marR="0" lvl="0" indent="-457200" algn="just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Pct val="95000"/>
              <a:buFont typeface="Wingdings" panose="05000000000000000000" pitchFamily="2" charset="2"/>
              <a:buChar char="Ø"/>
              <a:tabLst/>
              <a:defRPr/>
            </a:pPr>
            <a:endParaRPr kumimoji="0" lang="pt-BR" altLang="pt-BR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42258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2441B84D-B3F6-4E22-A163-D6A6A09A9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FA852214-96E0-41AB-8B19-E160A2393924}" type="slidenum">
              <a:rPr kumimoji="0" lang="pt-BR" altLang="pt-BR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pt-BR" altLang="pt-BR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B46E296-14BE-46C0-95B9-EBB71A5199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857601"/>
            <a:ext cx="9492173" cy="554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+mn-lt"/>
              </a:defRPr>
            </a:lvl9pPr>
          </a:lstStyle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AutoNum type="arabicParenR"/>
              <a:tabLst/>
              <a:defRPr/>
            </a:pPr>
            <a:r>
              <a:rPr kumimoji="0" lang="pt-BR" sz="212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GRADUAÇÃO</a:t>
            </a:r>
            <a:endParaRPr kumimoji="0" lang="pt-BR" sz="212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/>
              <a:ea typeface="+mn-ea"/>
              <a:cs typeface="+mn-cs"/>
            </a:endParaRPr>
          </a:p>
          <a:p>
            <a:pPr marL="457200" marR="0" lvl="0" indent="-457200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12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     EFOMM (CIAGA) - </a:t>
            </a:r>
            <a:r>
              <a:rPr kumimoji="0" lang="pt-BR" sz="212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Bacharel em Ciências Náuticas - 1984</a:t>
            </a:r>
            <a:endParaRPr kumimoji="0" lang="pt-BR" sz="212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/>
              <a:ea typeface="+mn-ea"/>
              <a:cs typeface="+mn-cs"/>
            </a:endParaRPr>
          </a:p>
          <a:p>
            <a:pPr marL="342900" marR="0" lvl="0" indent="-342900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12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     </a:t>
            </a:r>
            <a:endParaRPr lang="pt-BR" sz="2120" kern="0" dirty="0">
              <a:solidFill>
                <a:srgbClr val="000000"/>
              </a:solidFill>
              <a:latin typeface="Verdana"/>
            </a:endParaRPr>
          </a:p>
          <a:p>
            <a:pPr marL="342900" marR="0" lvl="0" indent="-342900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12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     UERJ - </a:t>
            </a:r>
            <a:r>
              <a:rPr kumimoji="0" lang="pt-BR" sz="212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Licenciatura em Física – 1992</a:t>
            </a:r>
          </a:p>
          <a:p>
            <a:pPr marL="342900" marR="0" lvl="0" indent="-342900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pt-BR" sz="2120" b="1" kern="0" dirty="0">
                <a:solidFill>
                  <a:srgbClr val="000000"/>
                </a:solidFill>
                <a:latin typeface="Verdana"/>
              </a:rPr>
              <a:t>     </a:t>
            </a:r>
          </a:p>
          <a:p>
            <a:pPr marL="342900" marR="0" lvl="0" indent="-342900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pt-BR" sz="2120" kern="0" dirty="0">
                <a:solidFill>
                  <a:srgbClr val="000000"/>
                </a:solidFill>
                <a:latin typeface="Verdana"/>
              </a:rPr>
              <a:t>     FAVENI - </a:t>
            </a:r>
            <a:r>
              <a:rPr kumimoji="0" lang="pt-BR" sz="212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Licenciatura em </a:t>
            </a:r>
            <a:r>
              <a:rPr lang="pt-BR" sz="2120" b="1" kern="0" dirty="0">
                <a:solidFill>
                  <a:srgbClr val="000000"/>
                </a:solidFill>
                <a:latin typeface="Verdana"/>
              </a:rPr>
              <a:t>Matemática</a:t>
            </a:r>
            <a:r>
              <a:rPr kumimoji="0" lang="pt-BR" sz="212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 – 2023</a:t>
            </a:r>
            <a:endParaRPr kumimoji="0" lang="pt-BR" sz="212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/>
              <a:ea typeface="+mn-ea"/>
              <a:cs typeface="+mn-cs"/>
            </a:endParaRPr>
          </a:p>
          <a:p>
            <a:pPr marL="342900" marR="0" lvl="0" indent="-342900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12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 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12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2) PÓS-GRADUAÇÃO</a:t>
            </a:r>
            <a:endParaRPr kumimoji="0" lang="pt-BR" sz="212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/>
              <a:ea typeface="+mn-ea"/>
              <a:cs typeface="+mn-cs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12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 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pt-BR" sz="212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APNT - Aperfeiçoamento de Oficial de Náutica. 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12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                </a:t>
            </a:r>
            <a:r>
              <a:rPr kumimoji="0" lang="pt-BR" sz="212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CIAGA, 2007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pt-BR" sz="212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Docência do Ensino Superior.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12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 </a:t>
            </a:r>
            <a:r>
              <a:rPr kumimoji="0" lang="pt-BR" sz="212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Universidade Candido Mendes, UCAM, RJ, 2018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pt-BR" sz="9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/>
              <a:ea typeface="+mn-ea"/>
              <a:cs typeface="+mn-cs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pt-BR" sz="212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Mestre em Educação, Ciências e Matemática</a:t>
            </a:r>
            <a:r>
              <a:rPr kumimoji="0" lang="pt-BR" sz="212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, UFRRJ, 2020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12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 </a:t>
            </a:r>
            <a:endParaRPr kumimoji="0" lang="pt-BR" sz="212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/>
              <a:ea typeface="+mn-ea"/>
              <a:cs typeface="+mn-cs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pt-BR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/>
              <a:ea typeface="+mn-ea"/>
              <a:cs typeface="+mn-cs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81BEE281-7D7D-48B7-BAF5-277AF49D04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1450" y="299243"/>
            <a:ext cx="7418620" cy="404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Verdana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Verdana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Verdana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Verdana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Verdana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Verdana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Verdana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Verdana" pitchFamily="34" charset="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altLang="pt-BR" sz="24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/>
                <a:ea typeface="+mj-ea"/>
                <a:cs typeface="+mj-cs"/>
              </a:rPr>
              <a:t>PROFESSOR – CLC QUINTANA</a:t>
            </a:r>
            <a:br>
              <a:rPr kumimoji="0" lang="pt-BR" altLang="pt-BR" sz="24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/>
                <a:ea typeface="+mj-ea"/>
                <a:cs typeface="+mj-cs"/>
              </a:rPr>
            </a:br>
            <a:endParaRPr kumimoji="0" lang="pt-BR" altLang="pt-BR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7527617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EE7EBD-A6A2-4655-8D1A-F9AFECB56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1780" y="102203"/>
            <a:ext cx="7772400" cy="1143000"/>
          </a:xfrm>
        </p:spPr>
        <p:txBody>
          <a:bodyPr/>
          <a:lstStyle/>
          <a:p>
            <a:r>
              <a:rPr lang="pt-BR" u="sng" dirty="0"/>
              <a:t>Critérios de Avaliação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CBE3B97-E337-4C7D-B1A7-BB3D5F9ECF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91600" y="1556740"/>
            <a:ext cx="5184720" cy="720100"/>
          </a:xfr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/>
          <a:lstStyle/>
          <a:p>
            <a:r>
              <a:rPr lang="pt-BR" dirty="0"/>
              <a:t>Prova valendo 10,0 pontos</a:t>
            </a:r>
          </a:p>
        </p:txBody>
      </p:sp>
      <p:sp>
        <p:nvSpPr>
          <p:cNvPr id="4" name="Espaço Reservado para Conteúdo 2">
            <a:extLst>
              <a:ext uri="{FF2B5EF4-FFF2-40B4-BE49-F238E27FC236}">
                <a16:creationId xmlns:a16="http://schemas.microsoft.com/office/drawing/2014/main" id="{0FDEAF15-2099-453A-9C91-5B67CBE90BDD}"/>
              </a:ext>
            </a:extLst>
          </p:cNvPr>
          <p:cNvSpPr txBox="1">
            <a:spLocks/>
          </p:cNvSpPr>
          <p:nvPr/>
        </p:nvSpPr>
        <p:spPr bwMode="auto">
          <a:xfrm>
            <a:off x="899490" y="3212970"/>
            <a:ext cx="7561050" cy="187226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pt-BR" b="1" dirty="0"/>
              <a:t>IMPORTANTE: </a:t>
            </a:r>
          </a:p>
          <a:p>
            <a:pPr marL="0" indent="0" algn="ctr">
              <a:buNone/>
            </a:pPr>
            <a:r>
              <a:rPr lang="pt-BR" b="1" dirty="0"/>
              <a:t>A prova tem como base as listas de exercícios!!</a:t>
            </a:r>
          </a:p>
        </p:txBody>
      </p:sp>
    </p:spTree>
    <p:extLst>
      <p:ext uri="{BB962C8B-B14F-4D97-AF65-F5344CB8AC3E}">
        <p14:creationId xmlns:p14="http://schemas.microsoft.com/office/powerpoint/2010/main" val="22618744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34D9D0-F9F3-47FC-8FC0-05CA9CC13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Contatos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1B544C1-7472-4BE1-A353-CADE58331D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9472" y="1417638"/>
            <a:ext cx="8317790" cy="4114800"/>
          </a:xfrm>
        </p:spPr>
        <p:txBody>
          <a:bodyPr/>
          <a:lstStyle/>
          <a:p>
            <a:endParaRPr lang="pt-BR" b="1" dirty="0"/>
          </a:p>
          <a:p>
            <a:r>
              <a:rPr lang="pt-BR" b="1" dirty="0"/>
              <a:t>Email: </a:t>
            </a:r>
            <a:r>
              <a:rPr lang="pt-BR" b="1" i="0" dirty="0">
                <a:effectLst/>
                <a:latin typeface="Roboto"/>
              </a:rPr>
              <a:t>dias</a:t>
            </a:r>
            <a:r>
              <a:rPr lang="pt-BR" b="1" dirty="0">
                <a:latin typeface="Roboto"/>
              </a:rPr>
              <a:t>c60@yahoo</a:t>
            </a:r>
            <a:r>
              <a:rPr lang="pt-BR" b="1" i="0" dirty="0">
                <a:effectLst/>
                <a:latin typeface="Roboto"/>
              </a:rPr>
              <a:t>.com.br</a:t>
            </a:r>
          </a:p>
          <a:p>
            <a:endParaRPr lang="pt-BR" b="1" dirty="0"/>
          </a:p>
          <a:p>
            <a:r>
              <a:rPr lang="pt-BR" b="1" dirty="0"/>
              <a:t>Drive</a:t>
            </a:r>
          </a:p>
          <a:p>
            <a:endParaRPr lang="pt-BR" sz="1400" b="1" dirty="0"/>
          </a:p>
          <a:p>
            <a:pPr algn="ctr"/>
            <a:r>
              <a:rPr lang="pt-BR" b="1" dirty="0">
                <a:solidFill>
                  <a:srgbClr val="FF0000"/>
                </a:solidFill>
              </a:rPr>
              <a:t>Por favor, o xerife da turma envie o contado!</a:t>
            </a:r>
          </a:p>
        </p:txBody>
      </p:sp>
    </p:spTree>
    <p:extLst>
      <p:ext uri="{BB962C8B-B14F-4D97-AF65-F5344CB8AC3E}">
        <p14:creationId xmlns:p14="http://schemas.microsoft.com/office/powerpoint/2010/main" val="13524754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0C0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1C746AC4-F7FE-48A0-B480-D5B527977E3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04240" y="604838"/>
            <a:ext cx="7935520" cy="752475"/>
          </a:xfrm>
        </p:spPr>
        <p:txBody>
          <a:bodyPr/>
          <a:lstStyle/>
          <a:p>
            <a:pPr eaLnBrk="1" hangingPunct="1"/>
            <a:r>
              <a:rPr lang="pt-BR" altLang="pt-BR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OBJETIVO GERAL DA DISCIPLINA</a:t>
            </a:r>
          </a:p>
        </p:txBody>
      </p:sp>
      <p:sp>
        <p:nvSpPr>
          <p:cNvPr id="8195" name="Rectangle 3">
            <a:extLst>
              <a:ext uri="{FF2B5EF4-FFF2-40B4-BE49-F238E27FC236}">
                <a16:creationId xmlns:a16="http://schemas.microsoft.com/office/drawing/2014/main" id="{75114B66-FF92-43FC-9FD5-2665A71768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1230" y="1772770"/>
            <a:ext cx="8601370" cy="27003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Verdana" panose="020B0604030504040204" pitchFamily="34" charset="0"/>
              </a:defRPr>
            </a:lvl1pPr>
            <a:lvl2pPr marL="742950" indent="-285750">
              <a:spcBef>
                <a:spcPct val="20000"/>
              </a:spcBef>
              <a:defRPr sz="2400">
                <a:solidFill>
                  <a:schemeClr val="tx1"/>
                </a:solidFill>
                <a:latin typeface="Verdana" panose="020B0604030504040204" pitchFamily="34" charset="0"/>
              </a:defRPr>
            </a:lvl2pPr>
            <a:lvl3pPr marL="1143000" indent="-228600">
              <a:spcBef>
                <a:spcPct val="20000"/>
              </a:spcBef>
              <a:defRPr sz="2400">
                <a:solidFill>
                  <a:schemeClr val="tx1"/>
                </a:solidFill>
                <a:latin typeface="Verdana" panose="020B0604030504040204" pitchFamily="34" charset="0"/>
              </a:defRPr>
            </a:lvl3pPr>
            <a:lvl4pPr marL="1600200" indent="-228600">
              <a:spcBef>
                <a:spcPct val="20000"/>
              </a:spcBef>
              <a:defRPr sz="2400">
                <a:solidFill>
                  <a:schemeClr val="tx1"/>
                </a:solidFill>
                <a:latin typeface="Verdana" panose="020B0604030504040204" pitchFamily="34" charset="0"/>
              </a:defRPr>
            </a:lvl4pPr>
            <a:lvl5pPr marL="2057400" indent="-228600">
              <a:spcBef>
                <a:spcPct val="20000"/>
              </a:spcBef>
              <a:defRPr sz="2400">
                <a:solidFill>
                  <a:schemeClr val="tx1"/>
                </a:solidFill>
                <a:latin typeface="Verdan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anose="020B0604030504040204" pitchFamily="34" charset="0"/>
              </a:defRPr>
            </a:lvl9pPr>
          </a:lstStyle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altLang="pt-BR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anose="020B0604030504040204" pitchFamily="34" charset="0"/>
                <a:ea typeface="+mn-ea"/>
                <a:cs typeface="+mn-cs"/>
              </a:rPr>
              <a:t>      </a:t>
            </a:r>
            <a:r>
              <a:rPr kumimoji="0" lang="pt-BR" altLang="pt-BR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Proporcionar ao aluno conhecimentos no nível operacional, para empregar os conceitos e efetuar os cálculos de Estabilidade do navio, visando maior segurança operacional da embarcação, da tripulação e da carga, prevenindo acidentes marítimos relacionados à perda de equilíbrio ou emborcamento do navio, conhecimentos esses que servem de base para atender às regras, exigências e padrões estabelecidos pela Convenção STCW-78 e respectivo Código, como emendados.</a:t>
            </a:r>
            <a:endParaRPr kumimoji="0" lang="pt-BR" altLang="pt-BR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anose="020B0604030504040204" pitchFamily="34" charset="0"/>
              <a:ea typeface="+mn-ea"/>
              <a:cs typeface="+mn-cs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0C0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1026">
            <a:extLst>
              <a:ext uri="{FF2B5EF4-FFF2-40B4-BE49-F238E27FC236}">
                <a16:creationId xmlns:a16="http://schemas.microsoft.com/office/drawing/2014/main" id="{646AB394-525A-4E7A-9181-3F6C8196BCA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67430" y="332570"/>
            <a:ext cx="7772400" cy="609600"/>
          </a:xfrm>
        </p:spPr>
        <p:txBody>
          <a:bodyPr/>
          <a:lstStyle/>
          <a:p>
            <a:pPr eaLnBrk="1" hangingPunct="1"/>
            <a:r>
              <a:rPr lang="pt-BR" altLang="pt-BR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REFERÊNCIAS BIBLIOGRÁFICAS</a:t>
            </a:r>
          </a:p>
        </p:txBody>
      </p:sp>
      <p:sp>
        <p:nvSpPr>
          <p:cNvPr id="9219" name="Rectangle 1027">
            <a:extLst>
              <a:ext uri="{FF2B5EF4-FFF2-40B4-BE49-F238E27FC236}">
                <a16:creationId xmlns:a16="http://schemas.microsoft.com/office/drawing/2014/main" id="{24880F79-9827-4DBD-98E3-9E85E7CDAA82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75070" y="1772770"/>
            <a:ext cx="8281150" cy="4320600"/>
          </a:xfrm>
        </p:spPr>
        <p:txBody>
          <a:bodyPr/>
          <a:lstStyle/>
          <a:p>
            <a:pPr marL="381000" indent="-381000" algn="just">
              <a:lnSpc>
                <a:spcPct val="90000"/>
              </a:lnSpc>
              <a:buFontTx/>
              <a:buAutoNum type="arabicParenR"/>
            </a:pPr>
            <a:r>
              <a:rPr lang="pt-BR" alt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LT1 - Estabilidade - Unidade de Estudo Autônomo – 2ª edição – DPC - 2010.</a:t>
            </a:r>
          </a:p>
          <a:p>
            <a:pPr marL="0" indent="0" algn="just">
              <a:lnSpc>
                <a:spcPct val="90000"/>
              </a:lnSpc>
              <a:buNone/>
            </a:pPr>
            <a:endParaRPr lang="pt-BR" alt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lnSpc>
                <a:spcPct val="90000"/>
              </a:lnSpc>
              <a:buNone/>
            </a:pPr>
            <a:r>
              <a:rPr lang="pt-BR" alt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2) LT2 - Noções de Estabilidade - 1ª Edição - DPC 2013.</a:t>
            </a:r>
          </a:p>
          <a:p>
            <a:pPr marL="0" indent="0">
              <a:lnSpc>
                <a:spcPct val="90000"/>
              </a:lnSpc>
              <a:buNone/>
            </a:pPr>
            <a:endParaRPr lang="pt-BR" altLang="pt-BR" sz="2000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0C0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ítulo 1">
            <a:extLst>
              <a:ext uri="{FF2B5EF4-FFF2-40B4-BE49-F238E27FC236}">
                <a16:creationId xmlns:a16="http://schemas.microsoft.com/office/drawing/2014/main" id="{2B85E016-45E8-4CD3-B1CC-E6EFD8758E6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 altLang="pt-BR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REFERÊNCIAS BIBLIOGRÁFICAS</a:t>
            </a:r>
          </a:p>
        </p:txBody>
      </p:sp>
      <p:sp>
        <p:nvSpPr>
          <p:cNvPr id="10243" name="Rectangle 3">
            <a:extLst>
              <a:ext uri="{FF2B5EF4-FFF2-40B4-BE49-F238E27FC236}">
                <a16:creationId xmlns:a16="http://schemas.microsoft.com/office/drawing/2014/main" id="{9E5451BC-38AD-4FF2-A5C4-F323B110BE8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381000" indent="-381000" algn="just"/>
            <a:r>
              <a:rPr lang="pt-BR" alt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RB1</a:t>
            </a:r>
            <a:r>
              <a:rPr lang="pt-BR" alt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</a:t>
            </a:r>
            <a:r>
              <a:rPr lang="pt-BR" alt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Pereira, Sidnei Esteves – Apostila  Estabilidade para Embarcações Mercantes – 271 p. il. CIAGA – DPC – 2011.</a:t>
            </a:r>
          </a:p>
          <a:p>
            <a:pPr marL="381000" indent="-381000" algn="just"/>
            <a:r>
              <a:rPr lang="pt-BR" alt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RB2 -Fonseca, Maurílio M. – Arte Naval – Rio de Janeiro. Serviço de Documentação Geral da Marinha. 2 vol. il. 2002.</a:t>
            </a:r>
          </a:p>
          <a:p>
            <a:pPr marL="381000" indent="-381000" algn="just"/>
            <a:r>
              <a:rPr lang="pt-BR" alt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RB3 -Gomes, Carlos Rubens Caminha – Arquitetura Naval para Oficiais de Náutica – Rio de Janeiro. </a:t>
            </a:r>
            <a:r>
              <a:rPr lang="pt-BR" altLang="pt-B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Ciaga</a:t>
            </a:r>
            <a:r>
              <a:rPr lang="pt-BR" alt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422p.il. 1981.</a:t>
            </a:r>
          </a:p>
          <a:p>
            <a:pPr marL="381000" indent="-381000" algn="just"/>
            <a:r>
              <a:rPr lang="pt-BR" alt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RB4 -Mandelli, </a:t>
            </a:r>
            <a:r>
              <a:rPr lang="pt-BR" altLang="pt-B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Antonio</a:t>
            </a:r>
            <a:r>
              <a:rPr lang="pt-BR" alt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Elementos de </a:t>
            </a:r>
            <a:r>
              <a:rPr lang="pt-BR" altLang="pt-B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Architetura</a:t>
            </a:r>
            <a:r>
              <a:rPr lang="pt-BR" alt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Naval. Buenos Aires. Editorial Alsina, 206 p. il. 1975.</a:t>
            </a:r>
          </a:p>
          <a:p>
            <a:pPr marL="381000" indent="-381000" algn="just"/>
            <a:endParaRPr lang="pt-BR" altLang="pt-BR" sz="2000" b="1" dirty="0">
              <a:cs typeface="Arial" panose="020B0604020202020204" pitchFamily="34" charset="0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3000" b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200C1EB7-51FA-4A92-BB51-ABAEAECC99E8}"/>
              </a:ext>
            </a:extLst>
          </p:cNvPr>
          <p:cNvSpPr txBox="1"/>
          <p:nvPr/>
        </p:nvSpPr>
        <p:spPr>
          <a:xfrm>
            <a:off x="0" y="6145411"/>
            <a:ext cx="6660290" cy="576064"/>
          </a:xfrm>
          <a:prstGeom prst="rect">
            <a:avLst/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 err="1">
                <a:ln>
                  <a:noFill/>
                </a:ln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/>
                <a:ea typeface="+mn-ea"/>
                <a:cs typeface="Arial" panose="020B0604020202020204" pitchFamily="34" charset="0"/>
              </a:rPr>
              <a:t>Estudar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/>
                <a:ea typeface="+mn-ea"/>
                <a:cs typeface="Arial" panose="020B0604020202020204" pitchFamily="34" charset="0"/>
              </a:rPr>
              <a:t> é </a:t>
            </a:r>
            <a:r>
              <a:rPr kumimoji="0" lang="en-US" sz="3200" b="1" i="0" u="none" strike="noStrike" kern="1200" cap="none" spc="0" normalizeH="0" baseline="0" noProof="0" dirty="0" err="1">
                <a:ln>
                  <a:noFill/>
                </a:ln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/>
                <a:ea typeface="+mn-ea"/>
                <a:cs typeface="Arial" panose="020B0604020202020204" pitchFamily="34" charset="0"/>
              </a:rPr>
              <a:t>preciso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/>
                <a:ea typeface="+mn-ea"/>
                <a:cs typeface="Arial" panose="020B0604020202020204" pitchFamily="34" charset="0"/>
              </a:rPr>
              <a:t>, </a:t>
            </a:r>
            <a:r>
              <a:rPr kumimoji="0" lang="en-US" sz="3200" b="1" i="0" u="none" strike="noStrike" kern="1200" cap="none" spc="0" normalizeH="0" baseline="0" noProof="0" dirty="0" err="1">
                <a:ln>
                  <a:noFill/>
                </a:ln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/>
                <a:ea typeface="+mn-ea"/>
                <a:cs typeface="Arial" panose="020B0604020202020204" pitchFamily="34" charset="0"/>
              </a:rPr>
              <a:t>viver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/>
                <a:ea typeface="+mn-ea"/>
                <a:cs typeface="Arial" panose="020B0604020202020204" pitchFamily="34" charset="0"/>
              </a:rPr>
              <a:t> </a:t>
            </a:r>
            <a:r>
              <a:rPr kumimoji="0" lang="en-US" sz="3200" b="1" i="0" u="none" strike="noStrike" kern="1200" cap="none" spc="0" normalizeH="0" baseline="0" noProof="0" dirty="0" err="1">
                <a:ln>
                  <a:noFill/>
                </a:ln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/>
                <a:ea typeface="+mn-ea"/>
                <a:cs typeface="Arial" panose="020B0604020202020204" pitchFamily="34" charset="0"/>
              </a:rPr>
              <a:t>não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/>
                <a:ea typeface="+mn-ea"/>
                <a:cs typeface="Arial" panose="020B0604020202020204" pitchFamily="34" charset="0"/>
              </a:rPr>
              <a:t> é </a:t>
            </a:r>
            <a:r>
              <a:rPr kumimoji="0" lang="en-US" sz="3200" b="1" i="0" u="none" strike="noStrike" kern="1200" cap="none" spc="0" normalizeH="0" baseline="0" noProof="0" dirty="0" err="1">
                <a:ln>
                  <a:noFill/>
                </a:ln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/>
                <a:ea typeface="+mn-ea"/>
                <a:cs typeface="Arial" panose="020B0604020202020204" pitchFamily="34" charset="0"/>
              </a:rPr>
              <a:t>preciso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/>
                <a:ea typeface="+mn-ea"/>
                <a:cs typeface="Arial" panose="020B0604020202020204" pitchFamily="34" charset="0"/>
              </a:rPr>
              <a:t>!</a:t>
            </a:r>
          </a:p>
        </p:txBody>
      </p:sp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F9AC4D6A-E152-48F4-B861-D802F877C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FA852214-96E0-41AB-8B19-E160A2393924}" type="slidenum">
              <a:rPr kumimoji="0" lang="en-US" altLang="pt-BR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altLang="pt-BR" sz="1200" b="0" i="0" u="none" strike="noStrike" kern="1200" cap="none" spc="0" normalizeH="0" baseline="0" noProof="0" dirty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763198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Escritório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Escritório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3.xml><?xml version="1.0" encoding="utf-8"?>
<a:themeOverride xmlns:a="http://schemas.openxmlformats.org/drawingml/2006/main">
  <a:clrScheme name="Escritório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1888</TotalTime>
  <Words>382</Words>
  <Application>Microsoft Office PowerPoint</Application>
  <PresentationFormat>Apresentação na tela (4:3)</PresentationFormat>
  <Paragraphs>55</Paragraphs>
  <Slides>8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8</vt:i4>
      </vt:variant>
    </vt:vector>
  </HeadingPairs>
  <TitlesOfParts>
    <vt:vector size="17" baseType="lpstr">
      <vt:lpstr>Arial</vt:lpstr>
      <vt:lpstr>Calibri</vt:lpstr>
      <vt:lpstr>Roboto</vt:lpstr>
      <vt:lpstr>Times New Roman</vt:lpstr>
      <vt:lpstr>Verdana</vt:lpstr>
      <vt:lpstr>Wingdings</vt:lpstr>
      <vt:lpstr>Wingdings 2</vt:lpstr>
      <vt:lpstr>Tema do Office</vt:lpstr>
      <vt:lpstr>1_Tema do Office</vt:lpstr>
      <vt:lpstr>Apresentação do PowerPoint</vt:lpstr>
      <vt:lpstr>Apresentação do PowerPoint</vt:lpstr>
      <vt:lpstr>Critérios de Avaliação</vt:lpstr>
      <vt:lpstr>Contatos</vt:lpstr>
      <vt:lpstr>OBJETIVO GERAL DA DISCIPLINA</vt:lpstr>
      <vt:lpstr>REFERÊNCIAS BIBLIOGRÁFICAS</vt:lpstr>
      <vt:lpstr>REFERÊNCIAS BIBLIOGRÁFICAS</vt:lpstr>
      <vt:lpstr>Apresentação do PowerPoint</vt:lpstr>
    </vt:vector>
  </TitlesOfParts>
  <Company>MBF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CURSO DE FORMAÇÃO DE OFICIAIS DA MARINHA MERCANTE</dc:title>
  <dc:creator>MFB</dc:creator>
  <cp:lastModifiedBy>César Dias</cp:lastModifiedBy>
  <cp:revision>206</cp:revision>
  <dcterms:created xsi:type="dcterms:W3CDTF">2005-01-03T21:47:37Z</dcterms:created>
  <dcterms:modified xsi:type="dcterms:W3CDTF">2025-11-24T21:02:42Z</dcterms:modified>
</cp:coreProperties>
</file>